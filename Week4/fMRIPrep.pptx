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57" d="100"/>
          <a:sy n="57" d="100"/>
        </p:scale>
        <p:origin x="39" y="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FE3EB-A309-7095-E65D-D4232BF7E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56E85-D05A-FCB9-2165-A1829D18E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51543-0F83-588A-94F6-70FF3A123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DCC2D-24E8-4D19-A3D4-BF5D7547EDA2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BD2ADB-87BD-C48D-D497-78A9CE6A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01428-CFA6-46CB-E4F8-0D0E5945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3764C6-7476-4DDF-AE74-1E71E89084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861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EC6C6E-FACC-4737-DA84-4933F8367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D3C38-1D60-0BB4-765D-DF524761A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2A44-EDB5-51A5-814A-47EBF2AEBC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1DCC2D-24E8-4D19-A3D4-BF5D7547EDA2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04F52-E9AF-55DC-F905-B07D0BB091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B978E-8C5A-D991-BC3F-55C82CAC0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3764C6-7476-4DDF-AE74-1E71E89084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21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4A94-477A-CA19-45D3-E980B811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075387-2976-B6D2-D10F-A183FF7C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fMRIPrep</a:t>
            </a:r>
            <a:r>
              <a:rPr lang="en-US" dirty="0"/>
              <a:t> Pipeline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60B0DD-F01F-C34F-11DA-389FB43C5793}"/>
              </a:ext>
            </a:extLst>
          </p:cNvPr>
          <p:cNvSpPr txBox="1"/>
          <p:nvPr/>
        </p:nvSpPr>
        <p:spPr>
          <a:xfrm>
            <a:off x="838200" y="1415587"/>
            <a:ext cx="10790432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&gt;&gt; 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=“</a:t>
            </a:r>
            <a:r>
              <a:rPr lang="en-US" sz="1600" b="1" dirty="0">
                <a:solidFill>
                  <a:srgbClr val="C00000"/>
                </a:solidFill>
              </a:rPr>
              <a:t>YOUR NET ID</a:t>
            </a:r>
            <a:r>
              <a:rPr lang="en-US" sz="1600" b="1" dirty="0">
                <a:solidFill>
                  <a:schemeClr val="bg1"/>
                </a:solidFill>
              </a:rPr>
              <a:t>”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</a:t>
            </a:r>
            <a:r>
              <a:rPr lang="en-US" sz="1600" b="1" dirty="0">
                <a:solidFill>
                  <a:srgbClr val="FFC000"/>
                </a:solidFill>
              </a:rPr>
              <a:t>SUBID</a:t>
            </a:r>
            <a:r>
              <a:rPr lang="en-US" sz="1600" b="1" dirty="0">
                <a:solidFill>
                  <a:schemeClr val="bg1"/>
                </a:solidFill>
              </a:rPr>
              <a:t>=“</a:t>
            </a:r>
            <a:r>
              <a:rPr lang="en-US" sz="1600" b="1" dirty="0" err="1">
                <a:solidFill>
                  <a:schemeClr val="bg1"/>
                </a:solidFill>
              </a:rPr>
              <a:t>rcg</a:t>
            </a:r>
            <a:r>
              <a:rPr lang="en-US" sz="1600" b="1" dirty="0">
                <a:solidFill>
                  <a:schemeClr val="bg1"/>
                </a:solidFill>
              </a:rPr>
              <a:t>”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</a:t>
            </a:r>
            <a:r>
              <a:rPr lang="en-US" sz="1600" b="1" dirty="0" err="1">
                <a:solidFill>
                  <a:schemeClr val="bg1"/>
                </a:solidFill>
              </a:rPr>
              <a:t>mkdir</a:t>
            </a:r>
            <a:r>
              <a:rPr lang="en-US" sz="1600" b="1" dirty="0">
                <a:solidFill>
                  <a:schemeClr val="bg1"/>
                </a:solidFill>
              </a:rPr>
              <a:t>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}/Brainhack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cd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}/Brainhack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cp -r /project/</a:t>
            </a:r>
            <a:r>
              <a:rPr lang="en-US" sz="1600" b="1" dirty="0" err="1">
                <a:solidFill>
                  <a:schemeClr val="bg1"/>
                </a:solidFill>
              </a:rPr>
              <a:t>morrislab</a:t>
            </a:r>
            <a:r>
              <a:rPr lang="en-US" sz="1600" b="1" dirty="0">
                <a:solidFill>
                  <a:schemeClr val="bg1"/>
                </a:solidFill>
              </a:rPr>
              <a:t>/Craig/</a:t>
            </a:r>
            <a:r>
              <a:rPr lang="en-US" sz="1600" b="1" dirty="0" err="1">
                <a:solidFill>
                  <a:schemeClr val="bg1"/>
                </a:solidFill>
              </a:rPr>
              <a:t>rcgBIDS</a:t>
            </a:r>
            <a:r>
              <a:rPr lang="en-US" sz="1600" b="1" dirty="0">
                <a:solidFill>
                  <a:schemeClr val="bg1"/>
                </a:solidFill>
              </a:rPr>
              <a:t>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</a:t>
            </a:r>
            <a:r>
              <a:rPr lang="en-US" sz="1600" b="1" dirty="0" err="1">
                <a:solidFill>
                  <a:schemeClr val="bg1"/>
                </a:solidFill>
              </a:rPr>
              <a:t>brainhack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module load </a:t>
            </a:r>
            <a:r>
              <a:rPr lang="en-US" sz="1600" b="1" dirty="0" err="1">
                <a:solidFill>
                  <a:schemeClr val="bg1"/>
                </a:solidFill>
              </a:rPr>
              <a:t>apptainer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chemeClr val="bg1"/>
                </a:solidFill>
              </a:rPr>
              <a:t>fmriprep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</a:t>
            </a:r>
            <a:r>
              <a:rPr lang="en-US" sz="1600" b="1" dirty="0" err="1">
                <a:solidFill>
                  <a:schemeClr val="bg1"/>
                </a:solidFill>
              </a:rPr>
              <a:t>apptainer</a:t>
            </a:r>
            <a:r>
              <a:rPr lang="en-US" sz="1600" b="1" dirty="0">
                <a:solidFill>
                  <a:schemeClr val="bg1"/>
                </a:solidFill>
              </a:rPr>
              <a:t> run --cleanenv </a:t>
            </a:r>
            <a:r>
              <a:rPr lang="fr-FR" sz="1600" b="1" dirty="0">
                <a:solidFill>
                  <a:schemeClr val="bg1"/>
                </a:solidFill>
              </a:rPr>
              <a:t>/</a:t>
            </a:r>
            <a:r>
              <a:rPr lang="fr-FR" sz="1600" b="1" dirty="0" err="1">
                <a:solidFill>
                  <a:schemeClr val="bg1"/>
                </a:solidFill>
              </a:rPr>
              <a:t>sfs</a:t>
            </a:r>
            <a:r>
              <a:rPr lang="fr-FR" sz="1600" b="1" dirty="0">
                <a:solidFill>
                  <a:schemeClr val="bg1"/>
                </a:solidFill>
              </a:rPr>
              <a:t>/applications/resources/containers/</a:t>
            </a:r>
            <a:r>
              <a:rPr lang="fr-FR" sz="1600" b="1" dirty="0" err="1">
                <a:solidFill>
                  <a:schemeClr val="bg1"/>
                </a:solidFill>
              </a:rPr>
              <a:t>apptainer</a:t>
            </a:r>
            <a:r>
              <a:rPr lang="en-US" sz="1600" b="1" dirty="0">
                <a:solidFill>
                  <a:schemeClr val="bg1"/>
                </a:solidFill>
              </a:rPr>
              <a:t>/fmriprep-23.1.4.sif \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&gt;&gt;       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</a:t>
            </a:r>
            <a:r>
              <a:rPr lang="en-US" sz="1600" b="1" dirty="0" err="1">
                <a:solidFill>
                  <a:schemeClr val="bg1"/>
                </a:solidFill>
              </a:rPr>
              <a:t>brainhack</a:t>
            </a:r>
            <a:r>
              <a:rPr lang="en-US" sz="1600" b="1" dirty="0">
                <a:solidFill>
                  <a:schemeClr val="bg1"/>
                </a:solidFill>
              </a:rPr>
              <a:t>/</a:t>
            </a:r>
            <a:r>
              <a:rPr lang="en-US" sz="1600" b="1" dirty="0" err="1">
                <a:solidFill>
                  <a:schemeClr val="bg1"/>
                </a:solidFill>
              </a:rPr>
              <a:t>rcgBIDS</a:t>
            </a:r>
            <a:r>
              <a:rPr lang="en-US" sz="1600" b="1" dirty="0">
                <a:solidFill>
                  <a:schemeClr val="bg1"/>
                </a:solidFill>
              </a:rPr>
              <a:t>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BIDS </a:t>
            </a:r>
            <a:r>
              <a:rPr lang="en-US" sz="1600" b="1" dirty="0" err="1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dir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</a:t>
            </a:r>
            <a:r>
              <a:rPr lang="en-US" sz="1600" b="1" dirty="0" err="1">
                <a:solidFill>
                  <a:schemeClr val="bg1"/>
                </a:solidFill>
              </a:rPr>
              <a:t>brainhack</a:t>
            </a:r>
            <a:r>
              <a:rPr lang="en-US" sz="1600" b="1" dirty="0">
                <a:solidFill>
                  <a:schemeClr val="bg1"/>
                </a:solidFill>
              </a:rPr>
              <a:t>/</a:t>
            </a:r>
            <a:r>
              <a:rPr lang="en-US" sz="1600" b="1" dirty="0" err="1">
                <a:solidFill>
                  <a:schemeClr val="bg1"/>
                </a:solidFill>
              </a:rPr>
              <a:t>rcgBIDS</a:t>
            </a:r>
            <a:r>
              <a:rPr lang="en-US" sz="1600" b="1" dirty="0">
                <a:solidFill>
                  <a:schemeClr val="bg1"/>
                </a:solidFill>
              </a:rPr>
              <a:t>/derivatives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Derivatives </a:t>
            </a:r>
            <a:r>
              <a:rPr lang="en-US" sz="1600" b="1" dirty="0" err="1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dir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participant --participant-label ${</a:t>
            </a:r>
            <a:r>
              <a:rPr lang="en-US" sz="1600" b="1" dirty="0">
                <a:solidFill>
                  <a:srgbClr val="FFC000"/>
                </a:solidFill>
              </a:rPr>
              <a:t>SUBID</a:t>
            </a:r>
            <a:r>
              <a:rPr lang="en-US" sz="1600" b="1" dirty="0">
                <a:solidFill>
                  <a:schemeClr val="bg1"/>
                </a:solidFill>
              </a:rPr>
              <a:t>}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Subject label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--fs-license-file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</a:t>
            </a:r>
            <a:r>
              <a:rPr lang="en-US" sz="1600" b="1" dirty="0" err="1">
                <a:solidFill>
                  <a:schemeClr val="bg1"/>
                </a:solidFill>
              </a:rPr>
              <a:t>brainhack</a:t>
            </a:r>
            <a:r>
              <a:rPr lang="en-US" sz="1600" b="1" dirty="0">
                <a:solidFill>
                  <a:schemeClr val="bg1"/>
                </a:solidFill>
              </a:rPr>
              <a:t>/</a:t>
            </a:r>
            <a:r>
              <a:rPr lang="en-US" sz="1600" b="1" dirty="0" err="1">
                <a:solidFill>
                  <a:schemeClr val="bg1"/>
                </a:solidFill>
              </a:rPr>
              <a:t>rcgBIDS</a:t>
            </a:r>
            <a:r>
              <a:rPr lang="en-US" sz="1600" b="1" dirty="0">
                <a:solidFill>
                  <a:schemeClr val="bg1"/>
                </a:solidFill>
              </a:rPr>
              <a:t>/code/license.txt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sz="1600" b="1" dirty="0" err="1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FreeSurfer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 license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--output-spaces MNI152NLin2009cAsym:res-native:res-2 T1w </a:t>
            </a:r>
            <a:r>
              <a:rPr lang="en-US" sz="1600" b="1" dirty="0" err="1">
                <a:solidFill>
                  <a:schemeClr val="bg1"/>
                </a:solidFill>
              </a:rPr>
              <a:t>func</a:t>
            </a:r>
            <a:r>
              <a:rPr lang="en-US" sz="1600" b="1" dirty="0">
                <a:solidFill>
                  <a:schemeClr val="bg1"/>
                </a:solidFill>
              </a:rPr>
              <a:t>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Output spaces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-w /scratch/${</a:t>
            </a: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NETID</a:t>
            </a:r>
            <a:r>
              <a:rPr lang="en-US" sz="1600" b="1" dirty="0">
                <a:solidFill>
                  <a:schemeClr val="bg1"/>
                </a:solidFill>
              </a:rPr>
              <a:t>}/VCAP/</a:t>
            </a:r>
            <a:r>
              <a:rPr lang="en-US" sz="1600" b="1" dirty="0" err="1">
                <a:solidFill>
                  <a:schemeClr val="bg1"/>
                </a:solidFill>
              </a:rPr>
              <a:t>fmriprep_work</a:t>
            </a:r>
            <a:r>
              <a:rPr lang="en-US" sz="1600" b="1" dirty="0">
                <a:solidFill>
                  <a:schemeClr val="bg1"/>
                </a:solidFill>
              </a:rPr>
              <a:t>/${</a:t>
            </a:r>
            <a:r>
              <a:rPr lang="en-US" sz="1600" b="1" dirty="0">
                <a:solidFill>
                  <a:srgbClr val="FFC000"/>
                </a:solidFill>
              </a:rPr>
              <a:t>SUBID</a:t>
            </a:r>
            <a:r>
              <a:rPr lang="en-US" sz="1600" b="1" dirty="0">
                <a:solidFill>
                  <a:schemeClr val="bg1"/>
                </a:solidFill>
              </a:rPr>
              <a:t>}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Working directory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</a:t>
            </a:r>
            <a:r>
              <a:rPr lang="en-US" sz="1600" b="1" dirty="0" err="1">
                <a:solidFill>
                  <a:schemeClr val="bg1"/>
                </a:solidFill>
              </a:rPr>
              <a:t>omp-nthreads</a:t>
            </a:r>
            <a:r>
              <a:rPr lang="en-US" sz="1600" b="1" dirty="0">
                <a:solidFill>
                  <a:schemeClr val="bg1"/>
                </a:solidFill>
              </a:rPr>
              <a:t> 16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Multithreading param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--skip-bids-validation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BIDS validation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--fs-no-</a:t>
            </a:r>
            <a:r>
              <a:rPr lang="en-US" sz="1600" b="1" dirty="0" err="1">
                <a:solidFill>
                  <a:schemeClr val="bg1"/>
                </a:solidFill>
              </a:rPr>
              <a:t>reconall</a:t>
            </a:r>
            <a:r>
              <a:rPr lang="en-US" sz="1600" b="1" dirty="0">
                <a:solidFill>
                  <a:schemeClr val="bg1"/>
                </a:solidFill>
              </a:rPr>
              <a:t> \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</a:t>
            </a:r>
            <a:r>
              <a:rPr lang="en-US" sz="1600" b="1" dirty="0" err="1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FreeSurfer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 surface reconstruction (takes a long time)</a:t>
            </a:r>
            <a:endParaRPr lang="en-US" sz="1600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en-US" sz="1600" b="1" dirty="0">
                <a:solidFill>
                  <a:schemeClr val="bg1"/>
                </a:solidFill>
              </a:rPr>
              <a:t>&gt;&gt;        --low-mem </a:t>
            </a:r>
            <a:r>
              <a:rPr lang="en-US" sz="1600" b="1" dirty="0">
                <a:solidFill>
                  <a:schemeClr val="accent5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# Helps to avoid RAM issues</a:t>
            </a:r>
          </a:p>
          <a:p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&gt;&gt;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54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fMRIPrep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Gallagher, Richard Craig (rcg7jb)</dc:creator>
  <cp:lastModifiedBy>Gallagher, Richard Craig (rcg7jb)</cp:lastModifiedBy>
  <cp:revision>1</cp:revision>
  <dcterms:created xsi:type="dcterms:W3CDTF">2025-06-20T17:31:49Z</dcterms:created>
  <dcterms:modified xsi:type="dcterms:W3CDTF">2025-06-20T17:32:26Z</dcterms:modified>
</cp:coreProperties>
</file>