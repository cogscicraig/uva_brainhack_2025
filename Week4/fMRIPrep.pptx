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21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FE3EB-A309-7095-E65D-D4232BF7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56E85-D05A-FCB9-2165-A1829D18E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51543-0F83-588A-94F6-70FF3A123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DCC2D-24E8-4D19-A3D4-BF5D7547EDA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D2ADB-87BD-C48D-D497-78A9CE6A6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01428-CFA6-46CB-E4F8-0D0E5945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64C6-7476-4DDF-AE74-1E71E8908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6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EC6C6E-FACC-4737-DA84-4933F8367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D3C38-1D60-0BB4-765D-DF524761A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72A44-EDB5-51A5-814A-47EBF2AEB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1DCC2D-24E8-4D19-A3D4-BF5D7547EDA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04F52-E9AF-55DC-F905-B07D0BB09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B978E-8C5A-D991-BC3F-55C82CAC0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764C6-7476-4DDF-AE74-1E71E8908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44A94-477A-CA19-45D3-E980B811D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075387-2976-B6D2-D10F-A183FF7C2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fMRIPrep</a:t>
            </a:r>
            <a:r>
              <a:rPr lang="en-US" dirty="0"/>
              <a:t> Pipeline – copy and paste in </a:t>
            </a:r>
            <a:r>
              <a:rPr lang="en-US" dirty="0" err="1"/>
              <a:t>rivanna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60B0DD-F01F-C34F-11DA-389FB43C5793}"/>
              </a:ext>
            </a:extLst>
          </p:cNvPr>
          <p:cNvSpPr txBox="1"/>
          <p:nvPr/>
        </p:nvSpPr>
        <p:spPr>
          <a:xfrm>
            <a:off x="838200" y="1415587"/>
            <a:ext cx="10790432" cy="48013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export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NETID</a:t>
            </a:r>
            <a:r>
              <a:rPr lang="en-US" b="1" dirty="0">
                <a:solidFill>
                  <a:schemeClr val="bg1"/>
                </a:solidFill>
              </a:rPr>
              <a:t>=$(</a:t>
            </a:r>
            <a:r>
              <a:rPr lang="en-US" b="1" dirty="0" err="1">
                <a:solidFill>
                  <a:schemeClr val="bg1"/>
                </a:solidFill>
              </a:rPr>
              <a:t>whoami</a:t>
            </a:r>
            <a:r>
              <a:rPr lang="en-US" b="1" dirty="0">
                <a:solidFill>
                  <a:schemeClr val="bg1"/>
                </a:solidFill>
              </a:rPr>
              <a:t>) ; export </a:t>
            </a:r>
            <a:r>
              <a:rPr lang="en-US" b="1" dirty="0">
                <a:solidFill>
                  <a:schemeClr val="accent2"/>
                </a:solidFill>
              </a:rPr>
              <a:t>SUBID</a:t>
            </a:r>
            <a:r>
              <a:rPr lang="en-US" b="1" dirty="0">
                <a:solidFill>
                  <a:schemeClr val="bg1"/>
                </a:solidFill>
              </a:rPr>
              <a:t>="</a:t>
            </a:r>
            <a:r>
              <a:rPr lang="en-US" b="1" dirty="0" err="1">
                <a:solidFill>
                  <a:schemeClr val="bg1"/>
                </a:solidFill>
              </a:rPr>
              <a:t>rcg</a:t>
            </a:r>
            <a:r>
              <a:rPr lang="en-US" b="1" dirty="0">
                <a:solidFill>
                  <a:schemeClr val="bg1"/>
                </a:solidFill>
              </a:rPr>
              <a:t>"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if [[ ! –d /scratch/${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NETID</a:t>
            </a:r>
            <a:r>
              <a:rPr lang="en-US" b="1" dirty="0">
                <a:solidFill>
                  <a:schemeClr val="bg1"/>
                </a:solidFill>
              </a:rPr>
              <a:t>}/</a:t>
            </a:r>
            <a:r>
              <a:rPr lang="en-US" b="1" dirty="0" err="1">
                <a:solidFill>
                  <a:schemeClr val="bg1"/>
                </a:solidFill>
              </a:rPr>
              <a:t>brainhack</a:t>
            </a:r>
            <a:r>
              <a:rPr lang="en-US" b="1" dirty="0">
                <a:solidFill>
                  <a:schemeClr val="bg1"/>
                </a:solidFill>
              </a:rPr>
              <a:t> ]] ; then</a:t>
            </a:r>
          </a:p>
          <a:p>
            <a:r>
              <a:rPr lang="en-US" b="1" dirty="0">
                <a:solidFill>
                  <a:schemeClr val="bg1"/>
                </a:solidFill>
              </a:rPr>
              <a:t>	</a:t>
            </a:r>
            <a:r>
              <a:rPr lang="en-US" b="1" dirty="0" err="1">
                <a:solidFill>
                  <a:schemeClr val="bg1"/>
                </a:solidFill>
              </a:rPr>
              <a:t>mkdir</a:t>
            </a:r>
            <a:r>
              <a:rPr lang="en-US" b="1" dirty="0">
                <a:solidFill>
                  <a:schemeClr val="bg1"/>
                </a:solidFill>
              </a:rPr>
              <a:t> /scratch/${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NETID</a:t>
            </a:r>
            <a:r>
              <a:rPr lang="en-US" b="1" dirty="0">
                <a:solidFill>
                  <a:schemeClr val="bg1"/>
                </a:solidFill>
              </a:rPr>
              <a:t>}/</a:t>
            </a:r>
            <a:r>
              <a:rPr lang="en-US" b="1" dirty="0" err="1">
                <a:solidFill>
                  <a:schemeClr val="bg1"/>
                </a:solidFill>
              </a:rPr>
              <a:t>brainhack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fi</a:t>
            </a:r>
          </a:p>
          <a:p>
            <a:r>
              <a:rPr lang="en-US" b="1" dirty="0">
                <a:solidFill>
                  <a:schemeClr val="bg1"/>
                </a:solidFill>
              </a:rPr>
              <a:t>cd /scratch/${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NETID</a:t>
            </a:r>
            <a:r>
              <a:rPr lang="en-US" b="1" dirty="0">
                <a:solidFill>
                  <a:schemeClr val="bg1"/>
                </a:solidFill>
              </a:rPr>
              <a:t>}/</a:t>
            </a:r>
            <a:r>
              <a:rPr lang="en-US" b="1" dirty="0" err="1">
                <a:solidFill>
                  <a:schemeClr val="bg1"/>
                </a:solidFill>
              </a:rPr>
              <a:t>brainhack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cp -r /project/</a:t>
            </a:r>
            <a:r>
              <a:rPr lang="en-US" b="1" dirty="0" err="1">
                <a:solidFill>
                  <a:schemeClr val="bg1"/>
                </a:solidFill>
              </a:rPr>
              <a:t>morrislab</a:t>
            </a:r>
            <a:r>
              <a:rPr lang="en-US" b="1" dirty="0">
                <a:solidFill>
                  <a:schemeClr val="bg1"/>
                </a:solidFill>
              </a:rPr>
              <a:t>/Craig/</a:t>
            </a:r>
            <a:r>
              <a:rPr lang="en-US" b="1" dirty="0" err="1">
                <a:solidFill>
                  <a:schemeClr val="bg1"/>
                </a:solidFill>
              </a:rPr>
              <a:t>rcgBIDS</a:t>
            </a:r>
            <a:r>
              <a:rPr lang="en-US" b="1" dirty="0">
                <a:solidFill>
                  <a:schemeClr val="bg1"/>
                </a:solidFill>
              </a:rPr>
              <a:t> /scratch/${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NETID</a:t>
            </a:r>
            <a:r>
              <a:rPr lang="en-US" b="1" dirty="0">
                <a:solidFill>
                  <a:schemeClr val="bg1"/>
                </a:solidFill>
              </a:rPr>
              <a:t>}/</a:t>
            </a:r>
            <a:r>
              <a:rPr lang="en-US" b="1" dirty="0" err="1">
                <a:solidFill>
                  <a:schemeClr val="bg1"/>
                </a:solidFill>
              </a:rPr>
              <a:t>brainhack</a:t>
            </a:r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module load </a:t>
            </a:r>
            <a:r>
              <a:rPr lang="en-US" b="1" dirty="0" err="1">
                <a:solidFill>
                  <a:schemeClr val="bg1"/>
                </a:solidFill>
              </a:rPr>
              <a:t>apptainer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fmriprep</a:t>
            </a:r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 err="1">
                <a:solidFill>
                  <a:schemeClr val="bg1"/>
                </a:solidFill>
              </a:rPr>
              <a:t>apptainer</a:t>
            </a:r>
            <a:r>
              <a:rPr lang="en-US" b="1" dirty="0">
                <a:solidFill>
                  <a:schemeClr val="bg1"/>
                </a:solidFill>
              </a:rPr>
              <a:t> run --</a:t>
            </a:r>
            <a:r>
              <a:rPr lang="en-US" b="1" dirty="0" err="1">
                <a:solidFill>
                  <a:schemeClr val="bg1"/>
                </a:solidFill>
              </a:rPr>
              <a:t>cleanenv</a:t>
            </a:r>
            <a:r>
              <a:rPr lang="en-US" b="1" dirty="0">
                <a:solidFill>
                  <a:schemeClr val="bg1"/>
                </a:solidFill>
              </a:rPr>
              <a:t> --bind /scratch/${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NETID</a:t>
            </a:r>
            <a:r>
              <a:rPr lang="en-US" b="1" dirty="0">
                <a:solidFill>
                  <a:schemeClr val="bg1"/>
                </a:solidFill>
              </a:rPr>
              <a:t>}/</a:t>
            </a:r>
            <a:r>
              <a:rPr lang="en-US" b="1" dirty="0" err="1">
                <a:solidFill>
                  <a:schemeClr val="bg1"/>
                </a:solidFill>
              </a:rPr>
              <a:t>brainhack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rcgBIDS</a:t>
            </a:r>
            <a:r>
              <a:rPr lang="en-US" b="1" dirty="0">
                <a:solidFill>
                  <a:schemeClr val="bg1"/>
                </a:solidFill>
              </a:rPr>
              <a:t>/:/</a:t>
            </a:r>
            <a:r>
              <a:rPr lang="en-US" b="1" dirty="0" err="1">
                <a:solidFill>
                  <a:schemeClr val="bg1"/>
                </a:solidFill>
              </a:rPr>
              <a:t>data:ro</a:t>
            </a:r>
            <a:r>
              <a:rPr lang="en-US" b="1" dirty="0">
                <a:solidFill>
                  <a:schemeClr val="bg1"/>
                </a:solidFill>
              </a:rPr>
              <a:t> --bind /scratch/${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NETID</a:t>
            </a:r>
            <a:r>
              <a:rPr lang="en-US" b="1" dirty="0">
                <a:solidFill>
                  <a:schemeClr val="bg1"/>
                </a:solidFill>
              </a:rPr>
              <a:t>}/</a:t>
            </a:r>
            <a:r>
              <a:rPr lang="en-US" b="1" dirty="0" err="1">
                <a:solidFill>
                  <a:schemeClr val="bg1"/>
                </a:solidFill>
              </a:rPr>
              <a:t>brainhack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rcgBIDS</a:t>
            </a:r>
            <a:r>
              <a:rPr lang="en-US" b="1" dirty="0">
                <a:solidFill>
                  <a:schemeClr val="bg1"/>
                </a:solidFill>
              </a:rPr>
              <a:t>/derivatives:/out /</a:t>
            </a:r>
            <a:r>
              <a:rPr lang="en-US" b="1" dirty="0" err="1">
                <a:solidFill>
                  <a:schemeClr val="bg1"/>
                </a:solidFill>
              </a:rPr>
              <a:t>sfs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weka</a:t>
            </a:r>
            <a:r>
              <a:rPr lang="en-US" b="1" dirty="0">
                <a:solidFill>
                  <a:schemeClr val="bg1"/>
                </a:solidFill>
              </a:rPr>
              <a:t>/applications/resources/containers/</a:t>
            </a:r>
            <a:r>
              <a:rPr lang="en-US" b="1" dirty="0" err="1">
                <a:solidFill>
                  <a:schemeClr val="bg1"/>
                </a:solidFill>
              </a:rPr>
              <a:t>apptainer</a:t>
            </a:r>
            <a:r>
              <a:rPr lang="en-US" b="1" dirty="0">
                <a:solidFill>
                  <a:schemeClr val="bg1"/>
                </a:solidFill>
              </a:rPr>
              <a:t>/fmriprep-23.1.4.sif /data /out participant --participant-label ${</a:t>
            </a:r>
            <a:r>
              <a:rPr lang="en-US" b="1" dirty="0">
                <a:solidFill>
                  <a:schemeClr val="accent2"/>
                </a:solidFill>
              </a:rPr>
              <a:t>SUBID</a:t>
            </a:r>
            <a:r>
              <a:rPr lang="en-US" b="1" dirty="0">
                <a:solidFill>
                  <a:schemeClr val="bg1"/>
                </a:solidFill>
              </a:rPr>
              <a:t>} --fs-license-file /scratch/${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NETID</a:t>
            </a:r>
            <a:r>
              <a:rPr lang="en-US" b="1" dirty="0">
                <a:solidFill>
                  <a:schemeClr val="bg1"/>
                </a:solidFill>
              </a:rPr>
              <a:t>}/</a:t>
            </a:r>
            <a:r>
              <a:rPr lang="en-US" b="1" dirty="0" err="1">
                <a:solidFill>
                  <a:schemeClr val="bg1"/>
                </a:solidFill>
              </a:rPr>
              <a:t>brainhack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rcgBIDS</a:t>
            </a:r>
            <a:r>
              <a:rPr lang="en-US" b="1" dirty="0">
                <a:solidFill>
                  <a:schemeClr val="bg1"/>
                </a:solidFill>
              </a:rPr>
              <a:t>/code/license.txt --output-spaces MNI152NLin2009cAsym:res-native:res-2 T1w </a:t>
            </a:r>
            <a:r>
              <a:rPr lang="en-US" b="1" dirty="0" err="1">
                <a:solidFill>
                  <a:schemeClr val="bg1"/>
                </a:solidFill>
              </a:rPr>
              <a:t>func</a:t>
            </a:r>
            <a:r>
              <a:rPr lang="en-US" b="1" dirty="0">
                <a:solidFill>
                  <a:schemeClr val="bg1"/>
                </a:solidFill>
              </a:rPr>
              <a:t> -w /scratch/${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NETID</a:t>
            </a:r>
            <a:r>
              <a:rPr lang="en-US" b="1" dirty="0">
                <a:solidFill>
                  <a:schemeClr val="bg1"/>
                </a:solidFill>
              </a:rPr>
              <a:t>}/</a:t>
            </a:r>
            <a:r>
              <a:rPr lang="en-US" b="1" dirty="0" err="1">
                <a:solidFill>
                  <a:schemeClr val="bg1"/>
                </a:solidFill>
              </a:rPr>
              <a:t>brainhack</a:t>
            </a:r>
            <a:r>
              <a:rPr lang="en-US" b="1" dirty="0">
                <a:solidFill>
                  <a:schemeClr val="bg1"/>
                </a:solidFill>
              </a:rPr>
              <a:t>/</a:t>
            </a:r>
            <a:r>
              <a:rPr lang="en-US" b="1" dirty="0" err="1">
                <a:solidFill>
                  <a:schemeClr val="bg1"/>
                </a:solidFill>
              </a:rPr>
              <a:t>fmriprep_work</a:t>
            </a:r>
            <a:r>
              <a:rPr lang="en-US" b="1" dirty="0">
                <a:solidFill>
                  <a:schemeClr val="bg1"/>
                </a:solidFill>
              </a:rPr>
              <a:t>/${</a:t>
            </a:r>
            <a:r>
              <a:rPr lang="en-US" b="1" dirty="0">
                <a:solidFill>
                  <a:schemeClr val="accent2"/>
                </a:solidFill>
              </a:rPr>
              <a:t>SUBID</a:t>
            </a:r>
            <a:r>
              <a:rPr lang="en-US" b="1" dirty="0">
                <a:solidFill>
                  <a:schemeClr val="bg1"/>
                </a:solidFill>
              </a:rPr>
              <a:t>} --</a:t>
            </a:r>
            <a:r>
              <a:rPr lang="en-US" b="1" dirty="0" err="1">
                <a:solidFill>
                  <a:schemeClr val="bg1"/>
                </a:solidFill>
              </a:rPr>
              <a:t>omp-nthreads</a:t>
            </a:r>
            <a:r>
              <a:rPr lang="en-US" b="1" dirty="0">
                <a:solidFill>
                  <a:schemeClr val="bg1"/>
                </a:solidFill>
              </a:rPr>
              <a:t> 16 --skip-bids-validation --fs-no-</a:t>
            </a:r>
            <a:r>
              <a:rPr lang="en-US" b="1" dirty="0" err="1">
                <a:solidFill>
                  <a:schemeClr val="bg1"/>
                </a:solidFill>
              </a:rPr>
              <a:t>reconall</a:t>
            </a:r>
            <a:r>
              <a:rPr lang="en-US" b="1" dirty="0">
                <a:solidFill>
                  <a:schemeClr val="bg1"/>
                </a:solidFill>
              </a:rPr>
              <a:t> --low-mem</a:t>
            </a:r>
            <a:endParaRPr lang="en-US" b="1" dirty="0">
              <a:solidFill>
                <a:schemeClr val="accent5">
                  <a:lumMod val="40000"/>
                  <a:lumOff val="60000"/>
                </a:schemeClr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4754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177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fMRIPrep Pipeline – copy and paste in rivanna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Gallagher, Richard Craig (rcg7jb)</dc:creator>
  <cp:lastModifiedBy>Gallagher, Richard Craig (rcg7jb)</cp:lastModifiedBy>
  <cp:revision>9</cp:revision>
  <dcterms:created xsi:type="dcterms:W3CDTF">2025-06-20T17:31:49Z</dcterms:created>
  <dcterms:modified xsi:type="dcterms:W3CDTF">2025-06-20T19:47:11Z</dcterms:modified>
</cp:coreProperties>
</file>